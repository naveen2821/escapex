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Nayak" userId="33ba9a2400ed3679" providerId="LiveId" clId="{99BD2448-7588-49D5-B5D5-7784CB94E14E}"/>
    <pc:docChg chg="modSld">
      <pc:chgData name="Naveen Nayak" userId="33ba9a2400ed3679" providerId="LiveId" clId="{99BD2448-7588-49D5-B5D5-7784CB94E14E}" dt="2026-10-07T06:44:30.755" v="0" actId="22"/>
      <pc:docMkLst>
        <pc:docMk/>
      </pc:docMkLst>
      <pc:sldChg chg="addSp mod">
        <pc:chgData name="Naveen Nayak" userId="33ba9a2400ed3679" providerId="LiveId" clId="{99BD2448-7588-49D5-B5D5-7784CB94E14E}" dt="2026-10-07T06:44:30.755" v="0" actId="22"/>
        <pc:sldMkLst>
          <pc:docMk/>
          <pc:sldMk cId="0" sldId="256"/>
        </pc:sldMkLst>
        <pc:spChg chg="add">
          <ac:chgData name="Naveen Nayak" userId="33ba9a2400ed3679" providerId="LiveId" clId="{99BD2448-7588-49D5-B5D5-7784CB94E14E}" dt="2026-10-07T06:44:30.755" v="0" actId="22"/>
          <ac:spMkLst>
            <pc:docMk/>
            <pc:sldMk cId="0" sldId="256"/>
            <ac:spMk id="5" creationId="{16966756-3F47-156B-001C-7740DE8ABD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502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On-screen Show (16:9)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L E</cp:lastModifiedBy>
  <cp:revision>2</cp:revision>
  <dcterms:created xsi:type="dcterms:W3CDTF">2026-10-07T06:18:56Z</dcterms:created>
  <dcterms:modified xsi:type="dcterms:W3CDTF">2026-10-07T07:06:47Z</dcterms:modified>
</cp:coreProperties>
</file>